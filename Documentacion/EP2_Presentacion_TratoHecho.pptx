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43500"/>
            <a:ext cx="9144000" cy="30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497D"/>
                </a:solidFill>
                <a:latin typeface="Arial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859536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TRATO HECHO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560320"/>
            <a:ext cx="859536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DD7EE"/>
                </a:solidFill>
                <a:latin typeface="Arial"/>
              </a:rPr>
              <a:t>Sistema de Cotización Automatizada con Agente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859536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  <a:latin typeface="Arial"/>
              </a:rPr>
              <a:t>Evaluación Parcial 2  ·  DuocUC  ·  TPY1101  ·  35% nota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657600"/>
            <a:ext cx="8595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Cliente: Césped Sintético SpA  ·  Melipilla, Chile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14800"/>
            <a:ext cx="8595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BBCD9"/>
                </a:solidFill>
                <a:latin typeface="Arial"/>
              </a:rPr>
              <a:t>Andrés Romero  ·  Manuel Carvajal  ·  Cristofer San Martín  ·  Mayo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Evaluación Parcial 2 — 20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0000"/>
            <a:ext cx="8412480" cy="34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1.  El problema que resuelve Trato Hecho   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2.  Metodología de trabajo (Scrum adaptado)                     1.0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3.  Reglas de negocio e historias de usuario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4.  Arquitectura de la solución (4 capas)                       2.0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5.  Tecnologías y lenguajes utilizados     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6.  Modelo de base de datos                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7.  Bosquejo de interfaz (mockups)         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8.  Gestión de usuarios y autenticación JWT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9.  Ambientes de prueba                    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10. Aspectos de integración y métricas                          1.5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11. Plan de pruebas (47 casos · IEEE 829)                       1.0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12. Coherencia y resultados obtenidos                           1.0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13. Evidencias del sistema en producción                        1.0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14. Repositorio GitHub y cierre                                 0.5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Demostración en vivo disponible al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Césped Sintético SpA — antes de Trato Hecho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0000"/>
            <a:ext cx="8412480" cy="34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⏱  2 a 4 días hábiles para responder una cotización → clientes se iban a la competencia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📏  Metraje incorrecto por medición manual del cliente → pedidos con desperdicios y reclamos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💸  $5.000.000 CLP anuales estimados en ventas perdidas por falta de respuesta rápida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📵  0 herramientas digitales → todo por WhatsApp y libreta física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✅  Trato Hecho resuelve el ciclo completo: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Chat con IA  →  Calcular m²  →  Cotizar  →  Pagar  →  Notificar al equipo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Tiempo total: &lt; 3 minutos  ·  Disponible 24/7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Metodología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Scrum adaptado — 15 semanas · marzo → mayo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0000"/>
            <a:ext cx="8412480" cy="34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🔄  Sprints semanales con revisión de avance los viernes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👥  3 roles definidos: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  • Andrés Romero — Líder técnico: Arquitectura n8n · Railway · Integración IA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  • Manuel Carvajal — Frontend/UX: HTML · Calculadora · Panel de gestión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  • Cristofer San Martín — Backend/QA: Telegram · Gmail · MercadoPago · Pruebas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🛠  Herramientas: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  • GitHub — control de versiones (rama cs_cristofer → main)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  • Carta Gantt — planificación semanal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       • Claude Code — asistencia en desarrollo y documentación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Arial"/>
              </a:rPr>
              <a:t>Ciclo:  Planificar  →  Desarrollar  →  Revisar  →  Entregar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Reglas de Negocio e Historias de Usuario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50000"/>
          <a:ext cx="859536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28888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Épica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Historias de Usuario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Criterios de Aceptación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E1 Chat con Agente 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5 HU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 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E2 Calculadora 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 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E3 Generación de Cotizaciones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3 HU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9 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E4 Notificaciones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 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E5 Pago en Línea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 HU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 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E6 Panel de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 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8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E7 Seguridad y Disponibilidad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 HU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 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8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18 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54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000000"/>
            <a:ext cx="859536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Arial"/>
              </a:rPr>
              <a:t>Ejemplo: "Como cliente, quiero escribir '5x8' para que el sistema calcule automáticamente.
CA: CEIL(5×8×1.10) = 44 m² · Formato COT-YYYY-XXXXX generado en &lt; 2 segundos"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Arquitectura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4 capas · Vercel + Railway + Supabase + APIs externas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0000"/>
            <a:ext cx="8412480" cy="34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CAPA 1 — CLIENTE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Navegador web / Smartphone  →  HTML + Tailwind CSS (Vercel)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CAPA 2 — FRONTEND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chatbot.js  ·  calculadora.html  ·  Panel de gestión JWT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POST https://main-production-38ed.up.railway.app/webhook/chat-v2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Body: { message: string, sessionId: string }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CAPA 3 — ORQUESTADOR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n8n self-hosted · Railway Docker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Workflow: Trato Hecho - AI Agent v2.json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Acciones detectadas: [COTIZAR: ...] · [PAGAR: ...] · CHAT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CAPA 4 — SERVICIOS Y PERSISTENCIA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Claude API (claude-sonnet-4-6)  ·  Supabase PostgreSQL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   MercadoPago  ·  Telegram (chat_id 8605918152)  ·  Gmail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Tecnologías y Lenguajes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Presupuesto en licencias: $0 CLP · 100% open source o planes gratuitos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00000"/>
          <a:ext cx="877824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355555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Tecnología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Función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Justificación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HTML5 + JavaScript vanilla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Interfaz web del cliente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Sin build steps · deploy directo a Vercel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Estilos responsivos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Utilidades CSS sin CSS personalizado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n8n (self-hosted)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Orquestador de flujos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Visual · open source · $0 en Railway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claude-sonnet-4-6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IA conversacional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Entiende lenguaje natural en español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Supabase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Base de datos PostgreSQL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Cloud · REST API nativa · plan gratuito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MercadoPago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Pago en línea CLP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Checkout integrado · nativo Chile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55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Telegram Bot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Notificaciones instantáneas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Gratis · llega al smartphone en &lt; 1 seg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JWT (8h expiry)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Auth panel de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Sin estado · localStorage seguro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Modelo de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Supabase PostgreSQL · 2 tablas · URL: enpzxntzphvezopbxbtx.supabase.co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00000"/>
            <a:ext cx="3657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Tabla: cotizaciones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600000"/>
          <a:ext cx="877824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26363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Campo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numero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 UNIQUE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COT-YYYY-XXXXX (Date.now() últimos 5 dígitos)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session_id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sess_XXXXXXXXXX (sessionStorage / localStorage)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nombre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Nombre completo del cliente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rut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RUT del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direccion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Dirección de instalación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producto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Luxury Emerald / Soft Touch / Pet-Friendly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m2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m² con margen: CEIL(m² × 1.10)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instalacion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¿incluye instalación? (+$4.500/m²)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Total CLP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3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Arial"/>
                        </a:rPr>
                        <a:t>pendiente / aprobada / rechazada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243500"/>
            <a:ext cx="8595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Arial"/>
              </a:rPr>
              <a:t>Fórmula: m2Final = Math.ceil(largo × ancho × 1.10)  ·  total = m2Final × precio + (inst ? m2Final × 4500 : 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Bosquejo de 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6 mockups HTML estáticos · Documentacion/mockups/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00000"/>
            <a:ext cx="2745120" cy="15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320" y="1260000"/>
            <a:ext cx="2585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01 — 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320" y="1680000"/>
            <a:ext cx="25851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Catálogo de productos
FAB button de chat
Luxury Emerald · Soft Touch
Pet-Friendly Turf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9440" y="1200000"/>
            <a:ext cx="2745120" cy="15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9440" y="1260000"/>
            <a:ext cx="2585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02 — Chat con Queno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9440" y="1680000"/>
            <a:ext cx="25851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Flujo completo de cotización
Selección producto · m² · instalación
Quick replies interactivos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4560" y="1200000"/>
            <a:ext cx="2745120" cy="15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4560" y="1260000"/>
            <a:ext cx="2585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03 — QuoteCard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4560" y="1680000"/>
            <a:ext cx="25851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Cotización generada
Número COT-2026-XXXXX
Botón MercadoPago
Estado: pendiente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50000"/>
            <a:ext cx="2745120" cy="15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320" y="2910000"/>
            <a:ext cx="2585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04 — Calculadora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20" y="3330000"/>
            <a:ext cx="25851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CEIL(largo × ancho × 1.10)
Tabla de precios estimados
CTA → cotizar en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9440" y="2850000"/>
            <a:ext cx="2745120" cy="15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9440" y="2910000"/>
            <a:ext cx="2585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05 — Login panel (JWT)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9440" y="3330000"/>
            <a:ext cx="25851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Tarjeta login centrada
Error: intento 1 de 3
Bloqueo 5 min al 3° intento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4560" y="2850000"/>
            <a:ext cx="2745120" cy="15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4560" y="2910000"/>
            <a:ext cx="25851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06 —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4560" y="3330000"/>
            <a:ext cx="25851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KPIs · tabla cotizaciones
Filtros por estado
Modal detalle + cambio estado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Gestión de Usuarios y Autenticación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00000"/>
            <a:ext cx="8412480" cy="35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LOGIN PANEL: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[Propietario] → Ingresa usuario + contraseña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→ [Frontend] POST /api/auth/login  { username, password }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→ [n8n] Valida credenciales (N8N_USER / N8N_PASSWORD)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→ ✅ Genera JWT  (expiración 8 horas · rol: admin)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→ [Frontend] localStorage.setItem('trato_hecho_token', token)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→ Redirige a Dashboard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→ ❌ Error 401 · intento N de 3 · al 3° bloqueo 5 minutos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SESIÓN DE CHAT: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sessionId = 'sess_' + Date.now()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Primary storage: sessionStorage('chatSessionId')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Fallback storage: localStorage('chatSessionId')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  Persiste historial en tabla Supabase: historial (session_id, role, content)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Ambientes de Prueba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00000"/>
          <a:ext cx="877824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342857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Desarrollo (local)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Producción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428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python -m http.server 3000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Vercel (deploy automático)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8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n8n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localhost:5678 (Docker)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Railway 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Base de datos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Supabase cloud (mismo proyecto)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Supabase cloud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8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Webhook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localhost:5678/webhook/chat-v2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main-production-38ed.up.railway.app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MercadoPago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Sandbox TEST-...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[Pendiente producción]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85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Claude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claude-sonnet-4-6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claude-sonnet-4-6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00000"/>
            <a:ext cx="84124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Herramientas de prueba: Postman · Chrome DevTools · Lighthouse · UptimeRobot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Arial"/>
              </a:rPr>
              <a:t>Comando útil: docker logs -f trato_hecho_n8n  (monitoreo en tiempo real)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Aspectos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Flujo completo: 6 actores externos coordinados por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0000"/>
            <a:ext cx="8412480" cy="35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Flujo de integración: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Cliente → chatbot.js → POST /webhook/chat-v2 → n8n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     ↓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n8n → Claude API (claude-sonnet-4-6) → detecta [COTIZAR] / [PAGAR] / CHAT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     ↓ acción COTIZAR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n8n → Supabase REST API → INSERT en tabla cotizaciones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n8n → Telegram Bot (chat_id 8605918152) → notificación push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n8n → Gmail (aromero.madrid@gmail.com) → email de alerta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     ↓ acción PAGAR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n8n → MercadoPago API → Preference → paymentLink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chatbot.js → renderiza botón de pago en chat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Métricas objetivo: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· Respuesta chat: &lt; 3 segundos  ·  Generación cotización: &lt; 2 segundos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Arial"/>
              </a:rPr>
              <a:t>  · Notificación Telegram: &lt; 1 segundo  ·  Disponibilidad: 24/7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Plan de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47 casos de prueba · 7 módulos · Norma IEEE 829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00000"/>
          <a:ext cx="877824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333333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Módulo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Casos de Prueba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Chat con 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Funcional / Conversacional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✅ Ejecutado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Calculadora 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Cálculo / Validación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✅ Ejecutado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Generación Cotizaciones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 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Integración / BD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✅ Ejecutado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Pagos MercadoPago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Integración /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⚠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Notificaciones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 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Integración / Externo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✅ Ejecutado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Panel de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Funcional / 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✅ Ejecutado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End-to-End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 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Flujo completo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✅ Ejecutado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40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9E75"/>
                </a:solidFill>
                <a:latin typeface="Arial"/>
              </a:rPr>
              <a:t>Criterio de éxito: 100% RF Alta aprobados · 0 defectos críticos abiertos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Coherencia y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00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</a:rPr>
              <a:t>Antes vs. después de implementar Trato Hecho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00000"/>
          <a:ext cx="877824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3750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Antes de Trato Hecho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Con Trato Hecho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Tiempo de cotización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2-4 días hábiles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&lt; 3 minutos (24/7)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Medición 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Manual (errores frecuentes)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Automática · CEIL(m² × 1.10)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Proceso de pago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Transferencia manual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Botón MercadoPago en el chat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Trazabilidad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Libreta física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Supabase · COT-YYYY-XXXXX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Notificaciones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WhatsApp manual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Telegram + Gmail instantáneos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Disponibilidad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Solo horario comercial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24/7 sin intervención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Costo en herramientas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$0 (sin sistema)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$0 (open source · planes free)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Evidencias del Sistema en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50000"/>
            <a:ext cx="859536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10000"/>
            <a:ext cx="8229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[SCREENSHOT 1: Sistema en producción — URL Vercel]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0000"/>
            <a:ext cx="82296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Instrucción: Landing page + chat funcionando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30000"/>
            <a:ext cx="859536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90000"/>
            <a:ext cx="8229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[SCREENSHOT 2: Workflow n8n activo en Railway]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0000"/>
            <a:ext cx="82296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Instrucción: Workflow AI Agent v2 activo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10000"/>
            <a:ext cx="859536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0000"/>
            <a:ext cx="8229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[SCREENSHOT 3: Notificación Telegram real]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30000"/>
            <a:ext cx="82296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Instrucción: Mensaje Telegram al recibir cotización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0000"/>
            <a:ext cx="859536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50000"/>
            <a:ext cx="8229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[SCREENSHOT 4: Panel de gestión con datos reales]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0000"/>
            <a:ext cx="82296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Instrucción: Dashboard con cotizaciones reales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70000"/>
            <a:ext cx="859536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30000"/>
            <a:ext cx="8229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Arial"/>
              </a:rPr>
              <a:t>[SCREENSHOT 5: MercadoPago sandbox]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0000"/>
            <a:ext cx="82296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Instrucción: Proceso de pago en ambiente de prueba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43500"/>
            <a:ext cx="85953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"/>
              </a:rPr>
              <a:t>⚠ Reemplazar estos placeholders con screenshots reales antes del 30 de mayo.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4000" y="4763500"/>
            <a:ext cx="7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43500"/>
            <a:ext cx="9144000" cy="30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194560"/>
            <a:ext cx="859536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  <a:latin typeface="Arial"/>
              </a:rPr>
              <a:t>Repositorio:  github.com/Cristofer-SanMartin-Dev/Trato_Hecho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8595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Arial"/>
              </a:rPr>
              <a:t>Documentacion/  ·  Producto/  ·  Gestion/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46120"/>
            <a:ext cx="8595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Trato Hecho  ·  EP2  ·  DuocUC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39"/>
            <a:ext cx="8595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BCD9"/>
                </a:solidFill>
                <a:latin typeface="Arial"/>
              </a:rPr>
              <a:t>Andrés Romero  ·  Manuel Carvajal  ·  Cristofer San Martín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4763500"/>
            <a:ext cx="64008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Trato Hecho · EP2 · DuocUC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